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CSS Syntax and Selectors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Explainer Presentation</a:t>
            </a:r>
          </a:p>
          <a:p/>
          <a:p>
            <a:r>
              <a:t>Presented by: Sandeep Kumar Shahu</a:t>
            </a:r>
          </a:p>
          <a:p>
            <a:r>
              <a:t>B.Tech CSE (AI &amp; ML)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CSS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CSS is used to style web pages</a:t>
            </a:r>
          </a:p>
          <a:p>
            <a:r>
              <a:t>• It controls color, font, and layout</a:t>
            </a:r>
          </a:p>
          <a:p>
            <a:r>
              <a:t>• Makes websites attractive and user-friendly</a:t>
            </a:r>
          </a:p>
          <a:p/>
          <a:p>
            <a:r>
              <a:t>Example:</a:t>
            </a:r>
          </a:p>
          <a:p>
            <a:r>
              <a:t>p { color: blue; }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CSS Syntax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CSS syntax has 3 parts:</a:t>
            </a:r>
          </a:p>
          <a:p>
            <a:r>
              <a:t>• Selector</a:t>
            </a:r>
          </a:p>
          <a:p>
            <a:r>
              <a:t>• Property</a:t>
            </a:r>
          </a:p>
          <a:p>
            <a:r>
              <a:t>• Value</a:t>
            </a:r>
          </a:p>
          <a:p/>
          <a:p>
            <a:r>
              <a:t>Example:</a:t>
            </a:r>
          </a:p>
          <a:p>
            <a:r>
              <a:t>h1 { color: red; font-size: 30px; 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CSS Selector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Selector selects HTML elements</a:t>
            </a:r>
          </a:p>
          <a:p>
            <a:r>
              <a:t>• It tells which element to style</a:t>
            </a:r>
          </a:p>
          <a:p/>
          <a:p>
            <a:r>
              <a:t>Example:</a:t>
            </a:r>
          </a:p>
          <a:p>
            <a:r>
              <a:t>p { color: green; 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Selectors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Main types:</a:t>
            </a:r>
          </a:p>
          <a:p>
            <a:r>
              <a:t>• Element Selector</a:t>
            </a:r>
          </a:p>
          <a:p>
            <a:r>
              <a:t>• Class Selector</a:t>
            </a:r>
          </a:p>
          <a:p>
            <a:r>
              <a:t>• ID Selector</a:t>
            </a:r>
          </a:p>
          <a:p>
            <a:r>
              <a:t>• Universal Selector</a:t>
            </a:r>
          </a:p>
          <a:p>
            <a:r>
              <a:t>• Group Selector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CSS is used to style web pages</a:t>
            </a:r>
          </a:p>
          <a:p>
            <a:r>
              <a:t>• Syntax includes Selector, Property, Value</a:t>
            </a:r>
          </a:p>
          <a:p>
            <a:r>
              <a:t>• Selectors target HTML elements</a:t>
            </a:r>
          </a:p>
          <a:p>
            <a:r>
              <a:t>• CSS makes websites professional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